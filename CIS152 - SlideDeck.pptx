
<file path=[Content_Types].xml><?xml version="1.0" encoding="utf-8"?>
<Types xmlns="http://schemas.openxmlformats.org/package/2006/content-types">
  <Default Extension="jpeg" ContentType="image/jpeg"/>
  <Default Extension="mkv" ContentType="video/unknown"/>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50" r:id="rId1"/>
  </p:sldMasterIdLst>
  <p:sldIdLst>
    <p:sldId id="256" r:id="rId2"/>
    <p:sldId id="257" r:id="rId3"/>
    <p:sldId id="261"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spc="3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Rectangle 6"/>
          <p:cNvSpPr/>
          <p:nvPr/>
        </p:nvSpPr>
        <p:spPr>
          <a:xfrm>
            <a:off x="0" y="0"/>
            <a:ext cx="457200" cy="6858000"/>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Date Placeholder 7"/>
          <p:cNvSpPr>
            <a:spLocks noGrp="1"/>
          </p:cNvSpPr>
          <p:nvPr>
            <p:ph type="dt" sz="half" idx="10"/>
          </p:nvPr>
        </p:nvSpPr>
        <p:spPr/>
        <p:txBody>
          <a:bodyPr/>
          <a:lstStyle/>
          <a:p>
            <a:fld id="{6A4B53A7-3209-46A6-9454-F38EAC8F11E7}" type="datetimeFigureOut">
              <a:rPr lang="en-US" smtClean="0"/>
              <a:t>12/5/2024</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27CE633F-9882-4A5C-83A2-1109D0C73261}" type="slidenum">
              <a:rPr lang="en-US" smtClean="0"/>
              <a:t>‹#›</a:t>
            </a:fld>
            <a:endParaRPr lang="en-US"/>
          </a:p>
        </p:txBody>
      </p:sp>
    </p:spTree>
    <p:extLst>
      <p:ext uri="{BB962C8B-B14F-4D97-AF65-F5344CB8AC3E}">
        <p14:creationId xmlns:p14="http://schemas.microsoft.com/office/powerpoint/2010/main" val="1290090857"/>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A4B53A7-3209-46A6-9454-F38EAC8F11E7}" type="datetimeFigureOut">
              <a:rPr lang="en-US" smtClean="0"/>
              <a:t>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t>‹#›</a:t>
            </a:fld>
            <a:endParaRPr lang="en-US"/>
          </a:p>
        </p:txBody>
      </p:sp>
      <p:sp>
        <p:nvSpPr>
          <p:cNvPr id="8" name="Rectangle 7"/>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7409499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1"/>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spc="30" baseline="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A4B53A7-3209-46A6-9454-F38EAC8F11E7}" type="datetimeFigureOut">
              <a:rPr lang="en-US" smtClean="0"/>
              <a:t>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t>‹#›</a:t>
            </a:fld>
            <a:endParaRPr lang="en-US"/>
          </a:p>
        </p:txBody>
      </p:sp>
      <p:sp>
        <p:nvSpPr>
          <p:cNvPr id="8" name="Rectangle 7"/>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9885877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A4B53A7-3209-46A6-9454-F38EAC8F11E7}" type="datetimeFigureOut">
              <a:rPr lang="en-US" smtClean="0"/>
              <a:t>12/5/2024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CE633F-9882-4A5C-83A2-1109D0C73261}" type="slidenum">
              <a:rPr lang="en-US" smtClean="0"/>
              <a:t>‹#›</a:t>
            </a:fld>
            <a:endParaRPr lang="en-US"/>
          </a:p>
        </p:txBody>
      </p:sp>
      <p:sp>
        <p:nvSpPr>
          <p:cNvPr id="8" name="Rectangle 7"/>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2435823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A4B53A7-3209-46A6-9454-F38EAC8F11E7}" type="datetimeFigureOut">
              <a:rPr lang="en-US" smtClean="0"/>
              <a:t>12/5/2024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CE633F-9882-4A5C-83A2-1109D0C73261}" type="slidenum">
              <a:rPr lang="en-US" smtClean="0"/>
              <a:t>‹#›</a:t>
            </a:fld>
            <a:endParaRPr lang="en-US"/>
          </a:p>
        </p:txBody>
      </p:sp>
      <p:sp>
        <p:nvSpPr>
          <p:cNvPr id="11" name="Rectangle 10"/>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31211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A4B53A7-3209-46A6-9454-F38EAC8F11E7}" type="datetimeFigureOut">
              <a:rPr lang="en-US" smtClean="0"/>
              <a:t>12/5/2024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CE633F-9882-4A5C-83A2-1109D0C73261}" type="slidenum">
              <a:rPr lang="en-US" smtClean="0"/>
              <a:t>‹#›</a:t>
            </a:fld>
            <a:endParaRPr lang="en-US"/>
          </a:p>
        </p:txBody>
      </p:sp>
      <p:sp>
        <p:nvSpPr>
          <p:cNvPr id="7" name="Rectangle 6"/>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2661203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4B53A7-3209-46A6-9454-F38EAC8F11E7}" type="datetimeFigureOut">
              <a:rPr lang="en-US" smtClean="0"/>
              <a:t>12/5/2024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CE633F-9882-4A5C-83A2-1109D0C73261}" type="slidenum">
              <a:rPr lang="en-US" smtClean="0"/>
              <a:t>‹#›</a:t>
            </a:fld>
            <a:endParaRPr lang="en-US"/>
          </a:p>
        </p:txBody>
      </p:sp>
      <p:sp>
        <p:nvSpPr>
          <p:cNvPr id="5" name="Rectangle 4"/>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65587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2800" b="1"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A4B53A7-3209-46A6-9454-F38EAC8F11E7}" type="datetimeFigureOut">
              <a:rPr lang="en-US" smtClean="0"/>
              <a:t>12/5/2024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CE633F-9882-4A5C-83A2-1109D0C73261}" type="slidenum">
              <a:rPr lang="en-US" smtClean="0"/>
              <a:t>‹#›</a:t>
            </a:fld>
            <a:endParaRPr lang="en-US"/>
          </a:p>
        </p:txBody>
      </p:sp>
    </p:spTree>
    <p:extLst>
      <p:ext uri="{BB962C8B-B14F-4D97-AF65-F5344CB8AC3E}">
        <p14:creationId xmlns:p14="http://schemas.microsoft.com/office/powerpoint/2010/main" val="3612136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1">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400" baseline="0">
                <a:solidFill>
                  <a:schemeClr val="bg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A4B53A7-3209-46A6-9454-F38EAC8F11E7}" type="datetimeFigureOut">
              <a:rPr lang="en-US" smtClean="0"/>
              <a:t>12/5/2024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CE633F-9882-4A5C-83A2-1109D0C73261}" type="slidenum">
              <a:rPr lang="en-US" smtClean="0"/>
              <a:t>‹#›</a:t>
            </a:fld>
            <a:endParaRPr lang="en-US"/>
          </a:p>
        </p:txBody>
      </p:sp>
    </p:spTree>
    <p:extLst>
      <p:ext uri="{BB962C8B-B14F-4D97-AF65-F5344CB8AC3E}">
        <p14:creationId xmlns:p14="http://schemas.microsoft.com/office/powerpoint/2010/main" val="8424661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A4B53A7-3209-46A6-9454-F38EAC8F11E7}" type="datetimeFigureOut">
              <a:rPr lang="en-US" smtClean="0"/>
              <a:t>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t>‹#›</a:t>
            </a:fld>
            <a:endParaRPr lang="en-US"/>
          </a:p>
        </p:txBody>
      </p:sp>
      <p:sp>
        <p:nvSpPr>
          <p:cNvPr id="7" name="Rectangle 6"/>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7071829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A4B53A7-3209-46A6-9454-F38EAC8F11E7}" type="datetimeFigureOut">
              <a:rPr lang="en-US" smtClean="0"/>
              <a:t>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t>‹#›</a:t>
            </a:fld>
            <a:endParaRPr lang="en-US"/>
          </a:p>
        </p:txBody>
      </p:sp>
      <p:sp>
        <p:nvSpPr>
          <p:cNvPr id="7" name="Rectangle 6"/>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807376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294198"/>
            <a:ext cx="9692640" cy="1397124"/>
          </a:xfrm>
          <a:prstGeom prst="rect">
            <a:avLst/>
          </a:prstGeom>
        </p:spPr>
        <p:txBody>
          <a:bodyPr vert="horz" lIns="91440" tIns="27432"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accent1">
                    <a:lumMod val="40000"/>
                    <a:lumOff val="60000"/>
                  </a:schemeClr>
                </a:solidFill>
              </a:defRPr>
            </a:lvl1pPr>
          </a:lstStyle>
          <a:p>
            <a:fld id="{6A4B53A7-3209-46A6-9454-F38EAC8F11E7}" type="datetimeFigureOut">
              <a:rPr lang="en-US" smtClean="0"/>
              <a:pPr/>
              <a:t>12/5/2024</a:t>
            </a:fld>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accent1">
                    <a:lumMod val="40000"/>
                    <a:lumOff val="60000"/>
                  </a:schemeClr>
                </a:solidFill>
              </a:defRPr>
            </a:lvl1pPr>
          </a:lstStyle>
          <a:p>
            <a:endParaRPr lang="en-US"/>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accent1">
                    <a:lumMod val="60000"/>
                    <a:lumOff val="40000"/>
                  </a:schemeClr>
                </a:solidFill>
                <a:latin typeface="+mj-lt"/>
              </a:defRPr>
            </a:lvl1pPr>
          </a:lstStyle>
          <a:p>
            <a:fld id="{27CE633F-9882-4A5C-83A2-1109D0C73261}" type="slidenum">
              <a:rPr lang="en-US" smtClean="0"/>
              <a:pPr/>
              <a:t>‹#›</a:t>
            </a:fld>
            <a:endParaRPr lang="en-US"/>
          </a:p>
        </p:txBody>
      </p:sp>
    </p:spTree>
    <p:extLst>
      <p:ext uri="{BB962C8B-B14F-4D97-AF65-F5344CB8AC3E}">
        <p14:creationId xmlns:p14="http://schemas.microsoft.com/office/powerpoint/2010/main" val="1765334684"/>
      </p:ext>
    </p:extLst>
  </p:cSld>
  <p:clrMap bg1="lt1" tx1="dk1" bg2="lt2" tx2="dk2" accent1="accent1" accent2="accent2" accent3="accent3" accent4="accent4" accent5="accent5" accent6="accent6" hlink="hlink" folHlink="folHlink"/>
  <p:sldLayoutIdLst>
    <p:sldLayoutId id="2147483951" r:id="rId1"/>
    <p:sldLayoutId id="2147483952" r:id="rId2"/>
    <p:sldLayoutId id="2147483953" r:id="rId3"/>
    <p:sldLayoutId id="2147483954" r:id="rId4"/>
    <p:sldLayoutId id="2147483955" r:id="rId5"/>
    <p:sldLayoutId id="2147483956" r:id="rId6"/>
    <p:sldLayoutId id="2147483957" r:id="rId7"/>
    <p:sldLayoutId id="2147483958" r:id="rId8"/>
    <p:sldLayoutId id="2147483959" r:id="rId9"/>
    <p:sldLayoutId id="2147483960" r:id="rId10"/>
    <p:sldLayoutId id="2147483961" r:id="rId11"/>
  </p:sldLayoutIdLst>
  <p:txStyles>
    <p:titleStyle>
      <a:lvl1pPr algn="l" defTabSz="914400" rtl="0" eaLnBrk="1" latinLnBrk="0" hangingPunct="1">
        <a:lnSpc>
          <a:spcPct val="90000"/>
        </a:lnSpc>
        <a:spcBef>
          <a:spcPct val="0"/>
        </a:spcBef>
        <a:buNone/>
        <a:defRPr sz="4400" b="1" kern="1200" spc="-50" baseline="0">
          <a:solidFill>
            <a:schemeClr val="accent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lumMod val="65000"/>
              <a:lumOff val="35000"/>
            </a:schemeClr>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video" Target="../media/media1.mkv"/><Relationship Id="rId1" Type="http://schemas.microsoft.com/office/2007/relationships/media" Target="../media/media1.mkv"/><Relationship Id="rId5" Type="http://schemas.openxmlformats.org/officeDocument/2006/relationships/hyperlink" Target="https://github.com/BurnsCaleb/Substitution-Manager---CIS152" TargetMode="Externa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4A394-639A-2C1A-38D7-148F173C2BCD}"/>
              </a:ext>
            </a:extLst>
          </p:cNvPr>
          <p:cNvSpPr>
            <a:spLocks noGrp="1"/>
          </p:cNvSpPr>
          <p:nvPr>
            <p:ph type="ctrTitle"/>
          </p:nvPr>
        </p:nvSpPr>
        <p:spPr/>
        <p:txBody>
          <a:bodyPr>
            <a:normAutofit/>
          </a:bodyPr>
          <a:lstStyle/>
          <a:p>
            <a:r>
              <a:rPr lang="en-US" dirty="0"/>
              <a:t>Substitution Manager</a:t>
            </a:r>
          </a:p>
        </p:txBody>
      </p:sp>
      <p:sp>
        <p:nvSpPr>
          <p:cNvPr id="3" name="Subtitle 2">
            <a:extLst>
              <a:ext uri="{FF2B5EF4-FFF2-40B4-BE49-F238E27FC236}">
                <a16:creationId xmlns:a16="http://schemas.microsoft.com/office/drawing/2014/main" id="{E6D5B844-34E8-E66B-A508-3AF4F9E01C54}"/>
              </a:ext>
            </a:extLst>
          </p:cNvPr>
          <p:cNvSpPr>
            <a:spLocks noGrp="1"/>
          </p:cNvSpPr>
          <p:nvPr>
            <p:ph type="subTitle" idx="1"/>
          </p:nvPr>
        </p:nvSpPr>
        <p:spPr/>
        <p:txBody>
          <a:bodyPr>
            <a:normAutofit/>
          </a:bodyPr>
          <a:lstStyle/>
          <a:p>
            <a:pPr>
              <a:lnSpc>
                <a:spcPct val="90000"/>
              </a:lnSpc>
            </a:pPr>
            <a:r>
              <a:rPr lang="en-US" sz="1700" dirty="0">
                <a:solidFill>
                  <a:schemeClr val="accent2">
                    <a:lumMod val="40000"/>
                    <a:lumOff val="60000"/>
                  </a:schemeClr>
                </a:solidFill>
              </a:rPr>
              <a:t>Caleb Burns</a:t>
            </a:r>
          </a:p>
          <a:p>
            <a:pPr>
              <a:lnSpc>
                <a:spcPct val="90000"/>
              </a:lnSpc>
            </a:pPr>
            <a:r>
              <a:rPr lang="en-US" sz="1700" dirty="0">
                <a:solidFill>
                  <a:schemeClr val="accent2">
                    <a:lumMod val="40000"/>
                    <a:lumOff val="60000"/>
                  </a:schemeClr>
                </a:solidFill>
              </a:rPr>
              <a:t>CIS152 – Data Structures</a:t>
            </a:r>
          </a:p>
          <a:p>
            <a:pPr>
              <a:lnSpc>
                <a:spcPct val="90000"/>
              </a:lnSpc>
            </a:pPr>
            <a:r>
              <a:rPr lang="en-US" sz="1700" dirty="0">
                <a:solidFill>
                  <a:schemeClr val="accent2">
                    <a:lumMod val="40000"/>
                    <a:lumOff val="60000"/>
                  </a:schemeClr>
                </a:solidFill>
              </a:rPr>
              <a:t>Dec 5, 2024</a:t>
            </a:r>
          </a:p>
        </p:txBody>
      </p:sp>
    </p:spTree>
    <p:extLst>
      <p:ext uri="{BB962C8B-B14F-4D97-AF65-F5344CB8AC3E}">
        <p14:creationId xmlns:p14="http://schemas.microsoft.com/office/powerpoint/2010/main" val="608551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0" nodeType="withEffect">
                                  <p:stCondLst>
                                    <p:cond delay="2000"/>
                                  </p:stCondLst>
                                  <p:iterate type="lt">
                                    <p:tmPct val="10000"/>
                                  </p:iterate>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400"/>
                                        <p:tgtEl>
                                          <p:spTgt spid="3">
                                            <p:txEl>
                                              <p:pRg st="1" end="1"/>
                                            </p:txEl>
                                          </p:spTgt>
                                        </p:tgtEl>
                                      </p:cBhvr>
                                    </p:animEffect>
                                  </p:childTnLst>
                                </p:cTn>
                              </p:par>
                              <p:par>
                                <p:cTn id="14" presetID="10" presetClass="entr" presetSubtype="0" fill="hold" grpId="0" nodeType="withEffect">
                                  <p:stCondLst>
                                    <p:cond delay="2000"/>
                                  </p:stCondLst>
                                  <p:iterate type="lt">
                                    <p:tmPct val="10000"/>
                                  </p:iterate>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4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allAtOnce"/>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FEFEB-BBEB-229C-D01A-F0502F1B04A0}"/>
              </a:ext>
            </a:extLst>
          </p:cNvPr>
          <p:cNvSpPr>
            <a:spLocks noGrp="1"/>
          </p:cNvSpPr>
          <p:nvPr>
            <p:ph type="title"/>
          </p:nvPr>
        </p:nvSpPr>
        <p:spPr/>
        <p:txBody>
          <a:bodyPr/>
          <a:lstStyle/>
          <a:p>
            <a:r>
              <a:rPr lang="en-US" dirty="0"/>
              <a:t>The Real-World Problem</a:t>
            </a:r>
          </a:p>
        </p:txBody>
      </p:sp>
      <p:sp>
        <p:nvSpPr>
          <p:cNvPr id="3" name="Content Placeholder 2">
            <a:extLst>
              <a:ext uri="{FF2B5EF4-FFF2-40B4-BE49-F238E27FC236}">
                <a16:creationId xmlns:a16="http://schemas.microsoft.com/office/drawing/2014/main" id="{A6BE1F28-6A60-D091-2B73-C7A1CA9F8468}"/>
              </a:ext>
            </a:extLst>
          </p:cNvPr>
          <p:cNvSpPr>
            <a:spLocks noGrp="1"/>
          </p:cNvSpPr>
          <p:nvPr>
            <p:ph idx="1"/>
          </p:nvPr>
        </p:nvSpPr>
        <p:spPr/>
        <p:txBody>
          <a:bodyPr/>
          <a:lstStyle/>
          <a:p>
            <a:r>
              <a:rPr lang="en-US" dirty="0"/>
              <a:t>Youth athletes should all get the same amount of playing time.</a:t>
            </a:r>
          </a:p>
          <a:p>
            <a:r>
              <a:rPr lang="en-US" dirty="0"/>
              <a:t>It is difficult for coaches to track and manage how long each child is on the court.</a:t>
            </a:r>
          </a:p>
          <a:p>
            <a:r>
              <a:rPr lang="en-US" dirty="0"/>
              <a:t>An application that tracks this for the coach would be useful for the coach and the athletes.</a:t>
            </a:r>
          </a:p>
        </p:txBody>
      </p:sp>
      <p:sp>
        <p:nvSpPr>
          <p:cNvPr id="4" name="Text Placeholder 3">
            <a:extLst>
              <a:ext uri="{FF2B5EF4-FFF2-40B4-BE49-F238E27FC236}">
                <a16:creationId xmlns:a16="http://schemas.microsoft.com/office/drawing/2014/main" id="{FF80FD86-7F26-75E6-55FC-E46ACA73A39D}"/>
              </a:ext>
            </a:extLst>
          </p:cNvPr>
          <p:cNvSpPr>
            <a:spLocks noGrp="1"/>
          </p:cNvSpPr>
          <p:nvPr>
            <p:ph type="body" sz="half" idx="2"/>
          </p:nvPr>
        </p:nvSpPr>
        <p:spPr/>
        <p:txBody>
          <a:bodyPr>
            <a:normAutofit lnSpcReduction="10000"/>
          </a:bodyPr>
          <a:lstStyle/>
          <a:p>
            <a:r>
              <a:rPr lang="en-US" dirty="0"/>
              <a:t>In youth sports, it is important each kid gets equal amounts of playing time compared to the others on their team. This way it is fair to all, and each kid is given the same chances and opportunities to succeed as the other kids. However, as a coach this could be challenging managing how long each player has played and who hasn't played enough. Coaches want a solution that can solve this very problem. Substitution Manager can help these coaches of elementary basketball create a fair environment for the kids.</a:t>
            </a:r>
          </a:p>
        </p:txBody>
      </p:sp>
    </p:spTree>
    <p:extLst>
      <p:ext uri="{BB962C8B-B14F-4D97-AF65-F5344CB8AC3E}">
        <p14:creationId xmlns:p14="http://schemas.microsoft.com/office/powerpoint/2010/main" val="41535607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EE9E9-A2C3-8111-5067-ABC313A1BC7F}"/>
              </a:ext>
            </a:extLst>
          </p:cNvPr>
          <p:cNvSpPr>
            <a:spLocks noGrp="1"/>
          </p:cNvSpPr>
          <p:nvPr>
            <p:ph type="title"/>
          </p:nvPr>
        </p:nvSpPr>
        <p:spPr/>
        <p:txBody>
          <a:bodyPr/>
          <a:lstStyle/>
          <a:p>
            <a:r>
              <a:rPr lang="en-US" dirty="0"/>
              <a:t>How My Program Helps</a:t>
            </a:r>
          </a:p>
        </p:txBody>
      </p:sp>
      <p:sp>
        <p:nvSpPr>
          <p:cNvPr id="3" name="Content Placeholder 2">
            <a:extLst>
              <a:ext uri="{FF2B5EF4-FFF2-40B4-BE49-F238E27FC236}">
                <a16:creationId xmlns:a16="http://schemas.microsoft.com/office/drawing/2014/main" id="{C4499941-5DD7-1E64-E655-88E223A6846A}"/>
              </a:ext>
            </a:extLst>
          </p:cNvPr>
          <p:cNvSpPr>
            <a:spLocks noGrp="1"/>
          </p:cNvSpPr>
          <p:nvPr>
            <p:ph idx="1"/>
          </p:nvPr>
        </p:nvSpPr>
        <p:spPr/>
        <p:txBody>
          <a:bodyPr/>
          <a:lstStyle/>
          <a:p>
            <a:r>
              <a:rPr lang="en-US" dirty="0"/>
              <a:t>A Roster class full of Player classes that hold info like minutes.</a:t>
            </a:r>
          </a:p>
          <a:p>
            <a:r>
              <a:rPr lang="en-US"/>
              <a:t>A </a:t>
            </a:r>
            <a:r>
              <a:rPr lang="en-US" dirty="0"/>
              <a:t>Court class that uses a linked list and Bench class that uses a sorted queue will work together to track who is playing and who is not.</a:t>
            </a:r>
          </a:p>
          <a:p>
            <a:r>
              <a:rPr lang="en-US" dirty="0"/>
              <a:t>Substitution Manager has functionality to allow substitutions at any point in the game and will accurately track player minutes.</a:t>
            </a:r>
          </a:p>
        </p:txBody>
      </p:sp>
      <p:sp>
        <p:nvSpPr>
          <p:cNvPr id="4" name="Text Placeholder 3">
            <a:extLst>
              <a:ext uri="{FF2B5EF4-FFF2-40B4-BE49-F238E27FC236}">
                <a16:creationId xmlns:a16="http://schemas.microsoft.com/office/drawing/2014/main" id="{374078EA-12B3-0C3A-D1A1-40602EA1B0DC}"/>
              </a:ext>
            </a:extLst>
          </p:cNvPr>
          <p:cNvSpPr>
            <a:spLocks noGrp="1"/>
          </p:cNvSpPr>
          <p:nvPr>
            <p:ph type="body" sz="half" idx="2"/>
          </p:nvPr>
        </p:nvSpPr>
        <p:spPr/>
        <p:txBody>
          <a:bodyPr/>
          <a:lstStyle/>
          <a:p>
            <a:r>
              <a:rPr lang="en-US" dirty="0"/>
              <a:t>Substitution Manager allows the coach to create a roster with all the kids and save it for later use. The application uses a linked list to store the players on the court and a queue to store the players on the bench. The queue for bench players is then sorted based on who has the least amount of minutes. The coach can enter the time on the scoreboard and make substitutions while the application tracks the minutes.</a:t>
            </a:r>
          </a:p>
          <a:p>
            <a:endParaRPr lang="en-US" dirty="0"/>
          </a:p>
        </p:txBody>
      </p:sp>
    </p:spTree>
    <p:extLst>
      <p:ext uri="{BB962C8B-B14F-4D97-AF65-F5344CB8AC3E}">
        <p14:creationId xmlns:p14="http://schemas.microsoft.com/office/powerpoint/2010/main" val="2551722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IS152 - Presentation">
            <a:hlinkClick r:id="" action="ppaction://media"/>
            <a:extLst>
              <a:ext uri="{FF2B5EF4-FFF2-40B4-BE49-F238E27FC236}">
                <a16:creationId xmlns:a16="http://schemas.microsoft.com/office/drawing/2014/main" id="{AC57284A-81F4-0219-B0B0-CF3336C4977A}"/>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942112" y="1042597"/>
            <a:ext cx="10307776" cy="5797115"/>
          </a:xfrm>
        </p:spPr>
      </p:pic>
      <p:sp>
        <p:nvSpPr>
          <p:cNvPr id="12" name="Title 1">
            <a:extLst>
              <a:ext uri="{FF2B5EF4-FFF2-40B4-BE49-F238E27FC236}">
                <a16:creationId xmlns:a16="http://schemas.microsoft.com/office/drawing/2014/main" id="{F6162F6D-EDCF-631E-18D9-D3CD657AF8CE}"/>
              </a:ext>
            </a:extLst>
          </p:cNvPr>
          <p:cNvSpPr>
            <a:spLocks noGrp="1"/>
          </p:cNvSpPr>
          <p:nvPr>
            <p:ph type="title"/>
          </p:nvPr>
        </p:nvSpPr>
        <p:spPr>
          <a:xfrm>
            <a:off x="4070604" y="109728"/>
            <a:ext cx="4050792" cy="530034"/>
          </a:xfrm>
        </p:spPr>
        <p:txBody>
          <a:bodyPr/>
          <a:lstStyle/>
          <a:p>
            <a:pPr algn="ctr"/>
            <a:r>
              <a:rPr lang="en-US" dirty="0"/>
              <a:t>Demonstration Video</a:t>
            </a:r>
          </a:p>
        </p:txBody>
      </p:sp>
      <p:sp>
        <p:nvSpPr>
          <p:cNvPr id="13" name="Title 1">
            <a:extLst>
              <a:ext uri="{FF2B5EF4-FFF2-40B4-BE49-F238E27FC236}">
                <a16:creationId xmlns:a16="http://schemas.microsoft.com/office/drawing/2014/main" id="{5BA76BF9-FB4E-686B-4C0F-8959C4F80362}"/>
              </a:ext>
            </a:extLst>
          </p:cNvPr>
          <p:cNvSpPr txBox="1">
            <a:spLocks/>
          </p:cNvSpPr>
          <p:nvPr/>
        </p:nvSpPr>
        <p:spPr>
          <a:xfrm>
            <a:off x="3545586" y="712914"/>
            <a:ext cx="5100828" cy="530034"/>
          </a:xfrm>
          <a:prstGeom prst="rect">
            <a:avLst/>
          </a:prstGeom>
        </p:spPr>
        <p:txBody>
          <a:bodyPr vert="horz" lIns="91440" tIns="27432" rIns="91440" bIns="45720" rtlCol="0" anchor="b">
            <a:normAutofit fontScale="85000" lnSpcReduction="10000"/>
          </a:bodyPr>
          <a:lstStyle>
            <a:lvl1pPr algn="l" defTabSz="914400" rtl="0" eaLnBrk="1" latinLnBrk="0" hangingPunct="1">
              <a:lnSpc>
                <a:spcPct val="90000"/>
              </a:lnSpc>
              <a:spcBef>
                <a:spcPct val="0"/>
              </a:spcBef>
              <a:buNone/>
              <a:defRPr sz="2800" b="1" kern="1200" spc="-50" baseline="0">
                <a:solidFill>
                  <a:schemeClr val="accent1"/>
                </a:solidFill>
                <a:latin typeface="+mj-lt"/>
                <a:ea typeface="+mj-ea"/>
                <a:cs typeface="+mj-cs"/>
              </a:defRPr>
            </a:lvl1pPr>
          </a:lstStyle>
          <a:p>
            <a:pPr algn="ctr"/>
            <a:r>
              <a:rPr lang="en-US" sz="1600" dirty="0">
                <a:solidFill>
                  <a:schemeClr val="tx1"/>
                </a:solidFill>
              </a:rPr>
              <a:t>GitHub - </a:t>
            </a:r>
            <a:r>
              <a:rPr lang="en-US" sz="1600" dirty="0">
                <a:solidFill>
                  <a:schemeClr val="tx1"/>
                </a:solidFill>
                <a:hlinkClick r:id="rId5"/>
              </a:rPr>
              <a:t>https://github.com/BurnsCaleb/Substitution-Manager---CIS152</a:t>
            </a:r>
            <a:endParaRPr lang="en-US" sz="1600" dirty="0">
              <a:solidFill>
                <a:schemeClr val="tx1"/>
              </a:solidFill>
            </a:endParaRPr>
          </a:p>
          <a:p>
            <a:pPr algn="ctr"/>
            <a:endParaRPr lang="en-US" sz="1600" dirty="0">
              <a:solidFill>
                <a:schemeClr val="tx1"/>
              </a:solidFill>
            </a:endParaRPr>
          </a:p>
        </p:txBody>
      </p:sp>
    </p:spTree>
    <p:extLst>
      <p:ext uri="{BB962C8B-B14F-4D97-AF65-F5344CB8AC3E}">
        <p14:creationId xmlns:p14="http://schemas.microsoft.com/office/powerpoint/2010/main" val="3050562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3285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theme/theme1.xml><?xml version="1.0" encoding="utf-8"?>
<a:theme xmlns:a="http://schemas.openxmlformats.org/drawingml/2006/main" name="View">
  <a:themeElements>
    <a:clrScheme name="View">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3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7B713C7F-58B7-4AE9-B361-B13EB9EC4C0C}"/>
    </a:ext>
  </a:extLst>
</a:theme>
</file>

<file path=docProps/app.xml><?xml version="1.0" encoding="utf-8"?>
<Properties xmlns="http://schemas.openxmlformats.org/officeDocument/2006/extended-properties" xmlns:vt="http://schemas.openxmlformats.org/officeDocument/2006/docPropsVTypes">
  <Template>TM03457515[[fn=View]]</Template>
  <TotalTime>31</TotalTime>
  <Words>323</Words>
  <Application>Microsoft Office PowerPoint</Application>
  <PresentationFormat>Widescreen</PresentationFormat>
  <Paragraphs>16</Paragraphs>
  <Slides>4</Slides>
  <Notes>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Century Schoolbook</vt:lpstr>
      <vt:lpstr>Wingdings 2</vt:lpstr>
      <vt:lpstr>View</vt:lpstr>
      <vt:lpstr>Substitution Manager</vt:lpstr>
      <vt:lpstr>The Real-World Problem</vt:lpstr>
      <vt:lpstr>How My Program Helps</vt:lpstr>
      <vt:lpstr>Demonstration Video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Caleb Burns</dc:creator>
  <cp:lastModifiedBy>Caleb Burns</cp:lastModifiedBy>
  <cp:revision>1</cp:revision>
  <dcterms:created xsi:type="dcterms:W3CDTF">2024-12-05T17:49:12Z</dcterms:created>
  <dcterms:modified xsi:type="dcterms:W3CDTF">2024-12-05T18:20:32Z</dcterms:modified>
</cp:coreProperties>
</file>